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Helvetica Neue"/>
              </a:rPr>
              <a:t>Reroute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Helvetica Neue"/>
              </a:rPr>
              <a:t>Building an AI-verdict Tube-disruption app in one working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Caleb Lim  ·  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elvetica Neue"/>
              </a:rPr>
              <a:t>What is Reroute?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The problem:  </a:t>
            </a:r>
            <a:r>
              <a:rPr sz="1800">
                <a:solidFill>
                  <a:srgbClr val="1A1A1A"/>
                </a:solidFill>
                <a:latin typeface="Helvetica Neue"/>
              </a:rPr>
              <a:t>your usual Tube route might be disrupted right now, and checking line status yourself takes several taps.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The approach:  </a:t>
            </a:r>
            <a:r>
              <a:rPr sz="1800">
                <a:solidFill>
                  <a:srgbClr val="1A1A1A"/>
                </a:solidFill>
                <a:latin typeface="Helvetica Neue"/>
              </a:rPr>
              <a:t>Bun + Hono backend calls the TfL Unified API for live journeys, crowding and line status, then hands that data to a Claude agent (via Bedrock) that returns a plain-English verdict.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The output:  </a:t>
            </a:r>
            <a:r>
              <a:rPr sz="1800">
                <a:solidFill>
                  <a:srgbClr val="1A1A1A"/>
                </a:solidFill>
                <a:latin typeface="Helvetica Neue"/>
              </a:rPr>
              <a:t>"Your usual route still holds" or "Take this route instead" — with the live journey, timing, and confidence shown.</a:t>
            </a:r>
          </a:p>
        </p:txBody>
      </p:sp>
      <p:pic>
        <p:nvPicPr>
          <p:cNvPr id="5" name="Picture 4" descr="06_0d179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970349"/>
            <a:ext cx="3657599" cy="16488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elvetica Neue"/>
              </a:rPr>
              <a:t>How it evolved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2514E"/>
                </a:solidFill>
                <a:latin typeface="Helvetica Neue"/>
              </a:rPr>
              <a:t>Six checkpoints, ~09:00–13:00 today — reconstructed from git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  <a:latin typeface="Helvetica Neue"/>
              </a:rPr>
              <a:t>•  10:41  —  TfL tools + Agent SDK verdict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  <a:latin typeface="Helvetica Neue"/>
              </a:rPr>
              <a:t>•  10:51  —  Autocomplete &amp; saved stations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  <a:latin typeface="Helvetica Neue"/>
              </a:rPr>
              <a:t>•  11:16  —  Expanded TfL tooling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  <a:latin typeface="Helvetica Neue"/>
              </a:rPr>
              <a:t>•  11:43  —  Branding pass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  <a:latin typeface="Helvetica Neue"/>
              </a:rPr>
              <a:t>•  12:07  —  Resilience + polish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  <a:latin typeface="Helvetica Neue"/>
              </a:rPr>
              <a:t>•  13:00  —  Final UI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 Neue"/>
              </a:rPr>
              <a:t>TfL tools + Agent SDK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Helvetica Neue"/>
              </a:rPr>
              <a:t>Checkpoint 10:41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Core loop: htmx page, usage ledger, first working verdict card.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15238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94268"/>
            <a:ext cx="5202936" cy="1472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Desktop —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15238ff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760" y="1947671"/>
            <a:ext cx="2522119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Mobile —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15238ff_clea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38" y="4416552"/>
            <a:ext cx="4215123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test: Paddington → Baker Street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_15238ff_judge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634" y="4416552"/>
            <a:ext cx="3610371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Judge test: Hammersmith → Liverpool Street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 Neue"/>
              </a:rPr>
              <a:t>Autocomplete &amp; saved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Helvetica Neue"/>
              </a:rPr>
              <a:t>Checkpoint 10:51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Home/work stations, exact-route matching, departure board, crowding, live gauge.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bd23d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24" y="1947671"/>
            <a:ext cx="4885351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Desktop —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bd23dbd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487" y="1947671"/>
            <a:ext cx="1242665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Mobile —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bd23dbd_clea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563" y="4416552"/>
            <a:ext cx="2824274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test: Paddington → Baker Street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2_bd23dbd_judge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683" y="4416552"/>
            <a:ext cx="2824274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Judge test: Hammersmith → Liverpool Street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 Neue"/>
              </a:rPr>
              <a:t>Expanded TfL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Helvetica Neue"/>
              </a:rPr>
              <a:t>Checkpoint 11:16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More agent tools, dedicated views, first UI pass — home/work chips as dashed slots.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7a93c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82" y="1947671"/>
            <a:ext cx="3767836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Desktop —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7a93c34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594" y="1947671"/>
            <a:ext cx="952452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Mobile —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7a93c34_clea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563" y="4416552"/>
            <a:ext cx="2824274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test: Paddington → Baker Street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7a93c34_judge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683" y="4416552"/>
            <a:ext cx="2824274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Judge test: Hammersmith → Liverpool Street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 Neue"/>
              </a:rPr>
              <a:t>Branding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Helvetica Neue"/>
              </a:rPr>
              <a:t>Checkpoint 11:43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Reroute logo, brand colors, further TfL tooling refinements.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f657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91" y="1947671"/>
            <a:ext cx="4170218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Desktop —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f65779c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077" y="1947671"/>
            <a:ext cx="1381485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Mobile —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f65779c_clea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547" y="4416552"/>
            <a:ext cx="2756306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test: Paddington → Baker Street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_f65779c_judge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67" y="4416552"/>
            <a:ext cx="2756306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Judge test: Hammersmith → Liverpool Street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 Neue"/>
              </a:rPr>
              <a:t>Resilience +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Helvetica Neue"/>
              </a:rPr>
              <a:t>Checkpoint 12:07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Cancel-in-flight checks, dark-mode logo, confidence gauge.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278de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46" y="1947671"/>
            <a:ext cx="4361108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Desktop —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278ded3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653" y="1947671"/>
            <a:ext cx="1506334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Mobile —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278ded3_clea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547" y="4416552"/>
            <a:ext cx="2756306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test: Paddington → Baker Street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_278ded3_judge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67" y="4416552"/>
            <a:ext cx="2756306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Judge test: Hammersmith → Liverpool Street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 Neue"/>
              </a:rPr>
              <a:t>Final UI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Helvetica Neue"/>
              </a:rPr>
              <a:t>Checkpoint 13:00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Combined line pills, saved-station badge cleanup, ncino branding, user avatar.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0d179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46" y="1947671"/>
            <a:ext cx="4361108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Desktop —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278ded3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653" y="1947671"/>
            <a:ext cx="1506334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Mobile — home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0d17961_clear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547" y="4416552"/>
            <a:ext cx="2756306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test: Paddington → Baker Street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_0d17961_judge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667" y="4416552"/>
            <a:ext cx="2756306" cy="1965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81928" y="6419088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Judge test: Hammersmith → Liverpool Street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Helvetica Neue"/>
              </a:rPr>
              <a:t>Rerouting, live departures &amp;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Three things the verdict card always carries alongside the plain-English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_section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940" y="1947671"/>
            <a:ext cx="2965520" cy="19659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3877055"/>
            <a:ext cx="5129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Live departure board — real-time arrivals for your platform, both directions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15238ff_judge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634" y="1947671"/>
            <a:ext cx="3610371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1928" y="3877055"/>
            <a:ext cx="5129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Rerouting: a genuine live disruption, recommending the Circle line instead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43400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eat_section_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332" y="4416552"/>
            <a:ext cx="3466735" cy="1965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8" y="6345936"/>
            <a:ext cx="5129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"Other ways to go" — bus-only alternative, expanded to its full itinerary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343400"/>
            <a:ext cx="5349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A78D6"/>
                </a:solidFill>
                <a:latin typeface="Helvetica Neue"/>
              </a:rPr>
              <a:t>Rerouting:  </a:t>
            </a:r>
            <a:r>
              <a:rPr sz="1300">
                <a:solidFill>
                  <a:srgbClr val="1A1A1A"/>
                </a:solidFill>
                <a:latin typeface="Helvetica Neue"/>
              </a:rPr>
              <a:t>when the model sets recommended_live_option, the page swaps in that live TfL journey — a real alternative, not a guess.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A78D6"/>
                </a:solidFill>
                <a:latin typeface="Helvetica Neue"/>
              </a:rPr>
              <a:t>Alternatives:  </a:t>
            </a:r>
            <a:r>
              <a:rPr sz="1300">
                <a:solidFill>
                  <a:srgbClr val="1A1A1A"/>
                </a:solidFill>
                <a:latin typeface="Helvetica Neue"/>
              </a:rPr>
              <a:t>every card also carries tube-only and bus-only options, priced and timed against the recommended route, each expandable to its own stop-by-stop itinerary.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Helvetica Neue"/>
              </a:rPr>
              <a:t>Token usage across the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Pulled from local Claude Code session transcripts for today (all assistant turns, deduped by message id).</a:t>
            </a:r>
          </a:p>
        </p:txBody>
      </p:sp>
      <p:pic>
        <p:nvPicPr>
          <p:cNvPr id="5" name="Picture 4" descr="usag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00873"/>
            <a:ext cx="7680960" cy="3770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0175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Helvetica Neue"/>
              </a:rPr>
              <a:t>824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model turns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2697480"/>
            <a:ext cx="30175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770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Helvetica Neue"/>
              </a:rPr>
              <a:t>501K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227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output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3840480"/>
            <a:ext cx="30175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913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Helvetica Neue"/>
              </a:rPr>
              <a:t>67.5M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370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total tokens processed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4983480"/>
            <a:ext cx="301752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5056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91"/>
                </a:solidFill>
                <a:latin typeface="Helvetica Neue"/>
              </a:rPr>
              <a:t>~$12.51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513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Helvetica Neue"/>
              </a:rPr>
              <a:t>estimated Bedrock spend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Helvetica Neue"/>
              </a:rPr>
              <a:t>The judge test: real TfL data is noisy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What it is:  </a:t>
            </a:r>
            <a:r>
              <a:rPr sz="1700">
                <a:solidFill>
                  <a:srgbClr val="1A1A1A"/>
                </a:solidFill>
                <a:latin typeface="Helvetica Neue"/>
              </a:rPr>
              <a:t>the same Hammersmith → Liverpool Street query run against every checkpoint, live, against whatever TfL's network was actually doing at that moment.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What it showed:  </a:t>
            </a:r>
            <a:r>
              <a:rPr sz="1700">
                <a:solidFill>
                  <a:srgbClr val="1A1A1A"/>
                </a:solidFill>
                <a:latin typeface="Helvetica Neue"/>
              </a:rPr>
              <a:t>the Hammersmith &amp; City line was genuinely running Minor Delays all session — but TfL's own journey planner quietly routes around it, and the agent doesn't always pick the same alternative twice. One run recommended the Circle line as a detour; another found the usual route was already Circle, so nothing needed to change.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Why that matters:  </a:t>
            </a:r>
            <a:r>
              <a:rPr sz="1700">
                <a:solidFill>
                  <a:srgbClr val="1A1A1A"/>
                </a:solidFill>
                <a:latin typeface="Helvetica Neue"/>
              </a:rPr>
              <a:t>it's real evidence the agent is reasoning over live data rather than following a script — but it also means a live disruption can't be relied on to reliably reproduce for a demo.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The fix:  </a:t>
            </a:r>
            <a:r>
              <a:rPr sz="1700">
                <a:solidFill>
                  <a:srgbClr val="1A1A1A"/>
                </a:solidFill>
                <a:latin typeface="Helvetica Neue"/>
              </a:rPr>
              <a:t>exactly the motivation for demo mode,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Helvetica Neue"/>
              </a:rPr>
              <a:t>New: Demo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A dev panel (profile menu → Demo mode) that injects a synthetic disruption so a live demo doesn't depend on TfL actually having a bad 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_panel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136" y="1947671"/>
            <a:ext cx="2787128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Preset picker, under the profile avatar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74519"/>
            <a:ext cx="534924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_verdict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667" y="1947671"/>
            <a:ext cx="2756306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1928" y="3950207"/>
            <a:ext cx="51297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2514E"/>
                </a:solidFill>
                <a:latin typeface="Helvetica Neue"/>
              </a:rPr>
              <a:t>Resulting verdict: Central line, Severe Delays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How it stays honest:  </a:t>
            </a:r>
            <a:r>
              <a:rPr sz="1500">
                <a:solidFill>
                  <a:srgbClr val="1A1A1A"/>
                </a:solidFill>
                <a:latin typeface="Helvetica Neue"/>
              </a:rPr>
              <a:t>the fake status is only injected at the get_line_status / get_line_disruption_detail tools the agent calls — the model still reasons genuinely over it, it just isn't real TfL data.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Full-page consistency:  </a:t>
            </a:r>
            <a:r>
              <a:rPr sz="1500">
                <a:solidFill>
                  <a:srgbClr val="1A1A1A"/>
                </a:solidFill>
                <a:latin typeface="Helvetica Neue"/>
              </a:rPr>
              <a:t>the departure board ticker and the itinerary's per-leg "Disrupted" tag are overridden too, so the whole page agrees with the verdict instead of the text alone claiming a delay nothing else shows.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Helvetica Neue"/>
              </a:rPr>
              <a:t>Under the hood: changes you can't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Warm subprocess pre-spawning:  </a:t>
            </a:r>
            <a:r>
              <a:rPr sz="1500">
                <a:solidFill>
                  <a:srgbClr val="1A1A1A"/>
                </a:solidFill>
                <a:latin typeface="Helvetica Neue"/>
              </a:rPr>
              <a:t>one Claude Code subprocess is kept ready ahead of the next request, cutting the ~4s cold-spawn cost off most checks.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Schema-constrained model output:  </a:t>
            </a:r>
            <a:r>
              <a:rPr sz="1500">
                <a:solidFill>
                  <a:srgbClr val="1A1A1A"/>
                </a:solidFill>
                <a:latin typeface="Helvetica Neue"/>
              </a:rPr>
              <a:t>the agent's final answer is forced through a JSON schema, so the server always gets a parseable verdict instead of occasionally-malformed prose.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Restricted tool surface:  </a:t>
            </a:r>
            <a:r>
              <a:rPr sz="1500">
                <a:solidFill>
                  <a:srgbClr val="1A1A1A"/>
                </a:solidFill>
                <a:latin typeface="Helvetica Neue"/>
              </a:rPr>
              <a:t>the agent gets exactly 4 read-only TfL tools and nothing else — no built-in tools, no filesystem, no ~/.claude settings leaking into a server process.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Live-vs-usual signature matching:  </a:t>
            </a:r>
            <a:r>
              <a:rPr sz="1500">
                <a:solidFill>
                  <a:srgbClr val="1A1A1A"/>
                </a:solidFill>
                <a:latin typeface="Helvetica Neue"/>
              </a:rPr>
              <a:t>today's live journey is matched to the normal-day baseline by line/mode sequence, not by guesswork, so "your route" is provably the same route.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Server-side cancel-in-flight:  </a:t>
            </a:r>
            <a:r>
              <a:rPr sz="1500">
                <a:solidFill>
                  <a:srgbClr val="1A1A1A"/>
                </a:solidFill>
                <a:latin typeface="Helvetica Neue"/>
              </a:rPr>
              <a:t>starting a new check interrupts any still-running previous one on the server, not just hiding it in the browser.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Helvetica Neue"/>
              </a:rPr>
              <a:t>Disruption timestamps:  </a:t>
            </a:r>
            <a:r>
              <a:rPr sz="1500">
                <a:solidFill>
                  <a:srgbClr val="1A1A1A"/>
                </a:solidFill>
                <a:latin typeface="Helvetica Neue"/>
              </a:rPr>
              <a:t>get_line_disruption_detail now carries reportedAt / expectedEnd, so the model can say "unknown" instead of guessing how long an incident will last.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elvetica Neue"/>
              </a:rPr>
              <a:t>Tasks tackled &amp;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Runtime constraint:  </a:t>
            </a:r>
            <a:r>
              <a:rPr sz="1700">
                <a:solidFill>
                  <a:srgbClr val="1A1A1A"/>
                </a:solidFill>
                <a:latin typeface="Helvetica Neue"/>
              </a:rPr>
              <a:t>spec called for Cloudflare Workers, but the Claude Agent SDK spawns a subprocess — no spawning on Workers. Resolved by moving to a long-lived Bun process instead.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Model access:  </a:t>
            </a:r>
            <a:r>
              <a:rPr sz="1700">
                <a:solidFill>
                  <a:srgbClr val="1A1A1A"/>
                </a:solidFill>
                <a:latin typeface="Helvetica Neue"/>
              </a:rPr>
              <a:t>verified which Bedrock routes were actually invokable (application inference profiles only, direct model IDs blocked by SCP) before writing the agent code, avoiding a dead end later.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Live-vs-usual routing logic:  </a:t>
            </a:r>
            <a:r>
              <a:rPr sz="1700">
                <a:solidFill>
                  <a:srgbClr val="1A1A1A"/>
                </a:solidFill>
                <a:latin typeface="Helvetica Neue"/>
              </a:rPr>
              <a:t>matched today's live journey to the user's usual route by mode/line signature, so "your route" only shows real, live TfL data — not a guess.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Iterative UI polish:  </a:t>
            </a:r>
            <a:r>
              <a:rPr sz="1700">
                <a:solidFill>
                  <a:srgbClr val="1A1A1A"/>
                </a:solidFill>
                <a:latin typeface="Helvetica Neue"/>
              </a:rPr>
              <a:t>six checkpoints in one session — autocomplete, saved home/work stations, crowding chips, cancel-in-flight requests, dark mode, and a confidence gauge, each shipped and screenshotted as it landed.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A78D6"/>
                </a:solidFill>
                <a:latin typeface="Helvetica Neue"/>
              </a:rPr>
              <a:t>Demo reliability:  </a:t>
            </a:r>
            <a:r>
              <a:rPr sz="1700">
                <a:solidFill>
                  <a:srgbClr val="1A1A1A"/>
                </a:solidFill>
                <a:latin typeface="Helvetica Neue"/>
              </a:rPr>
              <a:t>when the judge test showed real disruptions can't be counted on to reproduce, added a demo mode instead of chasing live TfL weather.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elvetica Neue"/>
              </a:rPr>
              <a:t>Further improvements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  <a:latin typeface="Helvetica Neue"/>
              </a:rPr>
              <a:t>•  Combined line pills — multiple lines on one leg render as a single grouped chip instead of repeating.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  <a:latin typeface="Helvetica Neue"/>
              </a:rPr>
              <a:t>•  Saved-station badge cleanup — home/work chips simplified from dashed placeholder slots to compact pill buttons.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  <a:latin typeface="Helvetica Neue"/>
              </a:rPr>
              <a:t>•  Cancel-in-flight checks — a new route check now cancels any still-running previous check server-side, not just in the browser.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  <a:latin typeface="Helvetica Neue"/>
              </a:rPr>
              <a:t>•  Dark-mode logo + theme toggle, and a live confidence gauge on the verdict card.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  <a:latin typeface="Helvetica Neue"/>
              </a:rPr>
              <a:t>•  nCino branding + user identity in the header for the internal-facing build.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A1A1A"/>
                </a:solidFill>
                <a:latin typeface="Helvetica Neue"/>
              </a:rPr>
              <a:t>•  Demo mode — simulate a common disruption on demand, consistently reflected in the verdict, departure board, and itinerary.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14E"/>
                </a:solidFill>
                <a:latin typeface="Helvetica Neue"/>
              </a:rPr>
              <a:t>Next up: persistent usage logging (this deck's chart had to be reconstructed from session transcripts — worth writing straight to disk).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